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这一页怎么读：上面两行是流程，第一行是编码 Agent 处理一个请求的循环，第二行把“调用大模型”展开成推理服务里的一次调用，白底的步骤在 CPU 上做，蓝底的在 NPU 上做。下面三列各讲一个方向，每列从上到下是四步：业务特征，也就是应用层面发生了什么；负载特征，也就是这些行为落到 CPU 上是什么样子；当代软件发力点，是现在在 950 上就能做的事；未来硬件发力点，是软件做完以后还剩下、需要 960 解决的部分。列头右边的两个标签是软件和硬件各自的优先级。
主要结论：软件和硬件的优先级是反过来的。加速库能改到的 CPU 开销里 tokenizer 最大，所以软件先做 tokenizer。工具调用占编码 Agent 一次请求 59.8% 的时间，但大头是编译、测试和 git 这些现成程序，加速库改不到，只能靠核本身变快，所以硬件先看工具调用。这一点只在工具跑在数据中心时成立，比如云开发机、云端 Agent 和 RL 训练；本地 Claude Code 的工具跑在开发者自己的电脑上。JSON 按字节算比 tokenize 便宜 100 倍以上，软件上只需要把现成的快库用起来，硬件不单独列。
证据强弱：tokenizer 和 JSON 两列的数据来自公开的测量，比较可靠；工具调用一列缺少 Bash 里具体命令的分布，需要用自己的日志补。会话空闲时的状态驻留由沙箱和 KV 团队负责，第一行最后一步用灰色标出，这里不展开。
tokenizer 一列的运行时内存估算（HuggingFace tokenizers 0.23 加 Qwen2.5）：合并表是 AHashMap&lt;(u32, u32), (u32, u32)&gt;，15.1 万条规则要开 26.2 万个槽（容量取 2 的幂、最多装 7/8），每槽 16 字节加 1 个控制字节，约 4.5 MB。词表是 AHashMap&lt;String, u32&gt;，同样 26.2 万个槽，每槽 32 字节（String 头 24 字节加 u32 再对齐）加控制字节约 8.7 MB，每个字符串另在堆上占约 32 字节，约 4.9 MB，合计约 13.5 MB；解码用的反向表 AHashMap&lt;u32, String&gt; 也约 13.5 MB。三张表合计约 31.5 MB，实测加载后进程增加 59 MB，其余是正则、特殊 token 和加载时没有归还的内存。tiktoken 没有单独的合并表，一张“字节串 → rank”的哈希表兼作词表和合并表，rank 就是 token ID 和合并优先级。
名词：token 是模型处理文本的最小单位，这里按 4 字节一个 token 换算。tokenize 是把文本切成 token，主流算法叫 BPE，分两步：预分词用正则表达式把文本切成小片段；BPE 合并在每个片段里查合并表，把优先级最高的相邻两段合并，直到不能再合并，最后查词表换成 token ID。词表和合并表各有十几万条，由模型厂商定。线性 BPE 是 GitHub 提出的线性时间合并算法。增量 tokenize 是保存每个会话已切好的 token 序列，新内容进来时只重切末尾并校验边界。drop-in 替换指接口不变、直接换库。前缀缓存是同一个会话下一次调用时，前面没变的部分直接复用上次的 KV 缓存，复用上了叫命中；没命中的部分要重新 prefill。块哈希是按 16 个 token 一块算哈希，用来查前缀缓存。会话亲和是把同一个会话固定路由到同一台前端机器。首 token 延迟是从发出请求到收到第一个字的时间。MCP 是 Agent 调用外部工具服务器的协议，消息格式是 JSON-RPC。SSE 是流式输出用的 HTTP 推送格式。硬件名词：前端是 CPU 里取指令、预测分支的部分，前端受限指 CPU 在等指令；L1-I 是一级指令缓存，BTB 是分支目标缓冲，ITLB 是指令地址翻译缓存。L2 MPKI 是每千条指令的 L2 未命中数。在途缺失（MLP）是一个核能同时挂起的缓存未命中请求数。SMT 是一个物理核跑两个硬件线程，共用 L1 和 L2。MPAM 是 Arm 的缓存和带宽分区功能。SVE2 是 Arm 的可变宽向量指令，950 支持 256 位。SKU 指芯片的具体型号，DVFS 是动态调频调压。sha1dc 是 git 默认的带碰撞检测的软件 SHA-1。
和旧版的区别：旧版写“git 的 SHA-1 小对象走 Arm SHA 指令比走 KAE 划算”，这不准确，git 默认的对象哈希是软件实现的 sha1dc，两条路今天都用不上。另外，875 是每一步未命中缓存、要重新 prefill 的 token 数（论文叫 append token），不等于新内容。按 token 加权，未命中 4.3%，其中真正新的内容只占约五分之一，折合全部输入的 0.8%；其余是缓存过期后对旧内容的重算，论文表 12 算出 prefill 被放大 5.3 倍（引言写的是 3.8 倍，与表 12 不一致，这里取表 12）。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这一页把第 1 页三列里的硬件发力点合在一起排了序。排序看三条：只有硬件才能解决的排在前面，因为加速库改不到编译和测试；三个方向都用得上的排在前面；能在 950 上马上测的排在前面。
为什么前端取指排第一：工具时间的 85% 花在超过 1 分钟的调用上，也就是编译、安装和跑整套测试，剩下的是大量短命进程。这两类程序代码量大、跳转多，短命进程每次都从冷状态开始，最容易卡在取指令上。加速库改不到这些现成程序，只有核的前端变强才有用。这一条只对“鲲鹏做云开发机和云端 Agent 服务器”成立。
L2 那一行的数字是估算：主流词表和合并表各有 10 万到 25 万条，按 HuggingFace 和 tiktoken 的表结构约 5 到 15 MB；压到每条 8 字节，20 万条约 1.6 MB。950 每核 L2 是 1 MB，而且两个 SMT 线程共用，Graviton 4 是每核 2 MB。960 要不要做到 2 MB，等 950 上的实测再定。
搬运时延那一行是这次新加的：Arm 没有一条指令能把谓词寄存器里的位图直接放进通用寄存器，而“比较一批字节、得到位掩码、再逐位处理”是 tokenizer 预分词、JSON 解析和 memchr 共用的写法。详见第 3 页。
指令集版本：Arm 规定 Armv9.4 以后实现 SVE 至少要到 SVE2.1，Armv9.6 以后至少要到 SVE2.2；CSSC 从 Armv8.9（对应 Armv9.4）起也是必须的。所以把 960 的架构基线定在 Armv9.6 或以上，这几样都不用单独争取。
进程创建为什么不由我们直接提：页清零、页表复制、缺页处理这些能力，用它们的是内核和沙箱的虚拟化层，加速库调用不到；它在工具时间里占多少，我们也还没测过。沙箱团队的沙箱创建和快照恢复需要的是同一组能力，而且量更大，由他们提更有说服力。我们负责在 950 上测出数据交给他们。进程启动里和我们直接相关的部分，也就是冷启动时的取指令和指令 TLB，已经包含在第一行里。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第一个问题的名词：谓词寄存器是 SVE 里专门存“每个元素要不要参与运算”的位图寄存器，向量比较的结果就放在这里。条件标志是 CPU 的几个状态位，跳转指令根据它们决定跳不跳，SVE 的比较指令可以直接设置它们。SVE2、SVE2.1、SVE2.2 是同一个扩展的几个版本，后一个包含前一个，和 Armv9.x 的小版本号不是一回事。
第一个问题的要点：950 只到 SVE2，但文本处理最常用的字符匹配、计数、查表、按位抽取和无进位乘法都有，缺的几条指令都有替代写法。真正的问题是“把比较结果搬回标量寄存器”这一步：Arm 没有直接搬位图的指令，而向量寄存器到通用寄存器的搬运在 Neoverse V2 上最多要 10 个周期。软件上把它挪出循环的关键路径，硬件上把这几条路径做短。
第二个问题的名词：MPAM 是 Arm 的缓存和内存带宽分区功能；分区号是每个线程的访存请求上带的标签；SMT 是一个物理核同时跑两个硬件线程，它们共用 L1 和 L2；WFE 是一种低功耗等待，别的核写了它盯着的那一行时会把它唤醒，带超时的版本叫 WFET。
第二个问题的要点：MPAM 的缓存分区只限制“没命中时新数据能放进哪几份”，不限制查找，缓存一致性照常工作，所以隔离之后同一台机器上的进程通信照样在缓存里完成，不需要走网络，也不会被迫落到内存。对推理服务器来说，进程间通信只占每一步时间的 1% 不到，要紧的是互相干扰。950 已经支持 MPAM，建议先做“不隔离、只绑核、加缓存分区、再加带宽分区”四组对比，再用两个进程、互不重叠份额的小实验，确认“只限制分配、不限制命中”。
生产者-消费者放置提示是 Armv9.6 的可选特性（FEAT_PCDPHINT），包括 STSHH 和 PRFM IR 两条提示指令，作用类似 x86 的 CLDEMOTE。它只是提示，效果取决于具体实现。总线协议 CHI 里本来就有“把一行数据推到指定核的缓存”的操作，今天主要给网卡和加速器用，可以和 UB 网卡直接写 L3 一起设计。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这一页补上第 1 页 tokenizer 那一列“查表放不放得进 L2”背后的推理：原始有多大、能压到多小、一次上下文实际用到多少、有没有人做过。
名词：词表是“token 字节串 ↔ token ID”的对照表；合并表是 BPE 合并规则的列表，每条规则说“某两个 token 相邻时合并成哪个新 token”，列表顺序就是优先级（rank）。最小完美哈希（MPH）是一种只读哈希，给 n 个固定的键各分配一个 0 到 n−1 的唯一位置，没有空槽和冲突链，每个键只多花 2 到 3 位。双数组 trie 和 Aho-Corasick 自动机是把一组字符串压成紧凑状态机的常用结构。
结论的变化：之前写“词表和合并表压到最紧也有约 1.6 MB，放不进 950 每核 1 MB 的 L2”，推理不完整。整张表确实比 1 MB 大，但一次上下文只用到 5% 到 7% 的合并规则，紧凑格式下只有 70 到 100 KB，放得下；现有库慢，是因为哈希表布局让每个热点条目各占一个缓存行，这属于软件问题。所以第 2 页里 L2 那一行降为 P2，诉求改由动态链接、解释器和编译器的实测来决定。
局限：紧凑格式的大小是按编码方法算的，还没有实现和测速；热点只测了一种混合文本，纯中文、纯代码或多语言的上下文热点会不同；加载后内存是进程常驻内存的增量，包含一次性开销，是上界。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三个方向的轻重不一样：软件上先做 tokenizer，硬件上先看工具调用，JSON 只要把现成的快库用起来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1201400" y="45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4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47120" cy="896112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" y="969264"/>
            <a:ext cx="8412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循环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（编码 Agent）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426464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53896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收到用户指令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426464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53896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Agent：工具在开发者电脑上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云端：工具在数据中心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792839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02567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9999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拼装上下文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整段历史序列化成 JSON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902567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9999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每个请求约 8.4 MB JSON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268942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78670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06102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调用大模型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（下一行展开）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378670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06102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每个请求调用 8.8 次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每次命中 11.9 万、未命中 875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745045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54773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82205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解析模型返回的 tool_use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内置工具在本进程执行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854773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82205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内置工具不走协议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只有外部 MCP 工具用 JSON-RPC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221147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30875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8307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47%，Read 23%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330875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58307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占一次请求 59.8% 的时间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主要是编译、测试和短命进程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8697250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806978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34410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结果接回上下文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806978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34410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接回的内容只有 19% 是新的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10173353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283081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310513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回复用户，等下一条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0283081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C9D3E0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310513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会话大部分时间在等人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（这部分由沙箱和 KV 团队负责）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585754" y="1828800"/>
            <a:ext cx="5904411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  <a:head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989320" y="18379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 平均 8.8 轮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061857" y="1801368"/>
            <a:ext cx="0" cy="420624"/>
          </a:xfrm>
          <a:prstGeom prst="line">
            <a:avLst/>
          </a:prstGeom>
          <a:noFill/>
          <a:ln w="15875">
            <a:solidFill>
              <a:srgbClr val="C8102E"/>
            </a:solidFill>
            <a:prstDash val="dash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5107577" y="20208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57200" y="1938528"/>
            <a:ext cx="11247120" cy="896112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3776" y="1938528"/>
            <a:ext cx="8412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大模型推理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一次调用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白底在 CPU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蓝底在 NPU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426464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453896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网关解析 JSON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套对话模板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426464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453896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simdjson 0.1 毫秒处理 480 KB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标准库慢约 50 倍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2792839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902567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929999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整段历史重新切一遍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902567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929999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整段 tokenize：HF 228 ms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13.4 ms，增量 2.3 ms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268942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378670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406102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块哈希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查前缀缓存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378670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406102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7,500 个块约 4 ms（估算）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 tokenize 后它最大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745045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854773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D6E4F5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882205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只算未命中的部分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854773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882205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未命中 4.3%，真正新的约 0.8%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其余是缓存过期后的重算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7221147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330875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D6E4F5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358307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逐个生成 token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330875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358307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输出中位 214 个 token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8697250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8806978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834410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detokenize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流式返回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8806978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834410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V1 已挪到单独进程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10173353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10283081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310513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结果序列化成 JSON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发回客户端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283081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0310513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流式输出（SSE）时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token 一个 JSON 包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57200" y="2926080"/>
            <a:ext cx="3663696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12064" y="2944368"/>
            <a:ext cx="295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tokenizer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跑在推理服务器的 host CPU 或前端 CPU 池上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508248" y="2953512"/>
            <a:ext cx="566928" cy="155448"/>
          </a:xfrm>
          <a:prstGeom prst="roundRect">
            <a:avLst>
              <a:gd name="adj" fmla="val 35294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508248" y="2953512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 P0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3508248" y="3127248"/>
            <a:ext cx="566928" cy="155448"/>
          </a:xfrm>
          <a:prstGeom prst="roundRect">
            <a:avLst>
              <a:gd name="adj" fmla="val 35294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508248" y="3127248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 P1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457200" y="3355848"/>
            <a:ext cx="3663696" cy="530352"/>
          </a:xfrm>
          <a:prstGeom prst="roundRect">
            <a:avLst>
              <a:gd name="adj" fmla="val 1379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12064" y="3383280"/>
            <a:ext cx="3553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业务特征：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处理一个请求平均要调用模型 8.8 次。每次调用都把全部对话历史发过去，中位约 12 万个 token（480 KB 左右）。其中命中前缀缓存的中位 11.9 万个，未命中、要重新 prefill 的中位只有 875 个。按 token 加权，前缀缓存命中率 95.7%，真正新的内容约占 0.8%（TraceLab）。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2289048" y="3881628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457200" y="3968496"/>
            <a:ext cx="3663696" cy="950976"/>
          </a:xfrm>
          <a:prstGeom prst="roundRect">
            <a:avLst>
              <a:gd name="adj" fmla="val 7692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12064" y="3995928"/>
            <a:ext cx="35539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负载特征：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推理前端每次都把整段上下文重新 tokenize，分三步：正则预分词把文本切成片段；片段拆成字节，在词表里查出初始 token ID；BPE 合并反复在合并表里找 rank 最小的相邻两个 token 合并，直到合并不了。运行时两张表都是哈希表（Qwen2.5 加 HuggingFace tokenizers，按数据结构估算）：合并表 15.1 万条，每条 16 字节（左 ID、右 ID、rank、新 ID 各 4 字节），约 4.5 MB；词表 15.2 万条，每条是“字符串 → 4 字节 ID”，槽位 32 字节再加一块存字符串的堆内存，约 13.5 MB，解码用的反向表也这么大。命中率趋近 0.99 时，tokenize 占首 token 延迟从 10% 涨到 64%（论文摘要的说法）。一段 450 KB 的上下文只用到合并表的 5% 到 7%（见第 4 页）。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2289048" y="4914900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457200" y="5001768"/>
            <a:ext cx="3663696" cy="640080"/>
          </a:xfrm>
          <a:prstGeom prst="roundRect">
            <a:avLst>
              <a:gd name="adj" fmla="val 11429"/>
            </a:avLst>
          </a:prstGeom>
          <a:solidFill>
            <a:srgbClr val="D9EFE4"/>
          </a:solidFill>
          <a:ln w="12700">
            <a:solidFill>
              <a:srgbClr val="D9EFE4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12064" y="5029200"/>
            <a:ext cx="3553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当代软件发力点（950，现在就能做）：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做一个增量 tokenizer 库。算法换成线性 BPE；保存每个会话已切好的 token 序列，只重切末尾并校验边界，保证和参考实现逐个 token 一致。预分词用 950 的 256 位 SVE2（MATCH、HISTCNT）做字符分类。词表和合并表改用紧凑格式（最小完美哈希、按 rank 排序），整表 1 到 3 MB。块哈希和对话模板也做成增量。做成 HuggingFace tokenizers 的 drop-in 替换，接入 MindIE、vLLM 和 SGLang。目标是每 1,000 张加速卡所需的前端核从 114 个降到 1 个左右。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2289048" y="5637276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457200" y="5724144"/>
            <a:ext cx="3663696" cy="603504"/>
          </a:xfrm>
          <a:prstGeom prst="roundRect">
            <a:avLst>
              <a:gd name="adj" fmla="val 12121"/>
            </a:avLst>
          </a:prstGeom>
          <a:solidFill>
            <a:srgbClr val="E8E1F2"/>
          </a:solidFill>
          <a:ln w="12700">
            <a:solidFill>
              <a:srgbClr val="E8E1F2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12064" y="5751576"/>
            <a:ext cx="3553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未来硬件发力点（960，软件做完后剩下的）：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软件做完以后，查表的热点只有 70 到 100 KB，950 每核 1 MB 的 L2 放得下，所以 L2 容量不是 tokenizer 的硬件诉求。剩下的是单核速度：tokenize 在首 token 的关键路径上，查表是依赖链上的随机访问，需要低的 L1 和 L2 命中时延，960 的高单核 SKU 适合做推理 host。tokenizer 和推理引擎同机会互相抢缓存，950 已支持 MPAM，可以先测隔离效果。不需要专门的 tokenizer 加速器。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4248912" y="2926080"/>
            <a:ext cx="3663696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303776" y="2944368"/>
            <a:ext cx="295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JSON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跑在 API 网关、Agent 框架和推理服务的 HTTP 层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7299960" y="2953512"/>
            <a:ext cx="566928" cy="155448"/>
          </a:xfrm>
          <a:prstGeom prst="roundRect">
            <a:avLst>
              <a:gd name="adj" fmla="val 35294"/>
            </a:avLst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7299960" y="2953512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 P2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7299960" y="3127248"/>
            <a:ext cx="566928" cy="155448"/>
          </a:xfrm>
          <a:prstGeom prst="roundRect">
            <a:avLst>
              <a:gd name="adj" fmla="val 35294"/>
            </a:avLst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299960" y="3127248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 P2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4248912" y="3355848"/>
            <a:ext cx="3663696" cy="530352"/>
          </a:xfrm>
          <a:prstGeom prst="roundRect">
            <a:avLst>
              <a:gd name="adj" fmla="val 1379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303776" y="3383280"/>
            <a:ext cx="3553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业务特征：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每次调用模型，Agent 都把整段对话历史（messages 数组）序列化成 JSON 发出去，API 网关再解析一遍，一个请求合计约 8.4 MB（估算）。内置工具不走 JSON-RPC，只有外部 MCP 工具才走。流式输出（SSE）时，每个 token 都包成一个小 JSON 发回客户端。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6080760" y="3881628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4248912" y="3968496"/>
            <a:ext cx="3663696" cy="950976"/>
          </a:xfrm>
          <a:prstGeom prst="roundRect">
            <a:avLst>
              <a:gd name="adj" fmla="val 7692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4303776" y="3995928"/>
            <a:ext cx="35539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负载特征：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反序列化（以 simdjson 为例）分四步：① UTF-8 校验：逐字节查表，确认编码合法；② 建结构索引：逐字节分类出引号、反斜杠、括号、冒号、逗号和空白，用无进位乘法算出哪些字节在字符串里，再把结构字符的位置提取成下标数组；③ 建树：按下标走状态机，解析数字、字符串（还原转义）和 true、false、null；④ 转成 Python 或 Node 对象。序列化反过来：遍历对象，找出字符串里要转义的字符，把数字格式化成文本，二进制数据做 base64。① 和 ② 是向量操作，Neoverse V2/V3 上每核 5 到 7 GB/s，8.4 MB 约 2 毫秒；③ 是分支多的标量代码；④ 最慢，Python 标准库约 100 MB/s，慢在建对象。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6080760" y="4914900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4248912" y="5001768"/>
            <a:ext cx="3663696" cy="640080"/>
          </a:xfrm>
          <a:prstGeom prst="roundRect">
            <a:avLst>
              <a:gd name="adj" fmla="val 11429"/>
            </a:avLst>
          </a:prstGeom>
          <a:solidFill>
            <a:srgbClr val="D9EFE4"/>
          </a:solidFill>
          <a:ln w="12700">
            <a:solidFill>
              <a:srgbClr val="D9EFE4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4303776" y="5029200"/>
            <a:ext cx="3553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当代软件发力点（950，现在就能做）：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不需要新算法，把 950 已有的指令用起来：① 和 ② 的字节分类用 TBL 查表和 SVE2 的 MATCH（一条指令比对 16 个字符）；引号区间用 PMULL 无进位乘法（SVE-AES 有 128 位版本）；位掩码的提取和压紧用 BitPerm 的 BEXT；base64 用 TBL 和 TBX。simdjson、simdutf 和 base64 库在 openEuler 里默认打开这些路径，并补上 256 位 SVE2 实现（今天只有 128 位 NEON）；orjson 这类 Python 绑定在 950 上实测后换成网关默认库。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6080760" y="5637276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4248912" y="5724144"/>
            <a:ext cx="3663696" cy="603504"/>
          </a:xfrm>
          <a:prstGeom prst="roundRect">
            <a:avLst>
              <a:gd name="adj" fmla="val 12121"/>
            </a:avLst>
          </a:prstGeom>
          <a:solidFill>
            <a:srgbClr val="E8E1F2"/>
          </a:solidFill>
          <a:ln w="12700">
            <a:solidFill>
              <a:srgbClr val="E8E1F2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4303776" y="5751576"/>
            <a:ext cx="3553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未来硬件发力点（960，软件做完后剩下的）：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 JSON 专用硬件，960 补指令就够：SVE2.1 的 PMOV 把比较结果转成位图，TBLQ 按 128 位段查表；SVE2.2 的字节 COMPACT 把结构字符直接压成下标，FIRSTP 一条指令给出第一个命中的位置；CSSC 的 CTZ 一条指令数末尾有几个 0；LUTI4 用 4 位索引查小表，适合字节分类和 base64。架构基线定在 Armv9.6，这些都有。另外要把向量到标量的搬运做短，见第 3 页。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8040624" y="2926080"/>
            <a:ext cx="3663696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8095488" y="2944368"/>
            <a:ext cx="295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工具调用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跑在云开发机、云端 Agent 和 RL rollout 的服务器上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11091672" y="2953512"/>
            <a:ext cx="566928" cy="155448"/>
          </a:xfrm>
          <a:prstGeom prst="roundRect">
            <a:avLst>
              <a:gd name="adj" fmla="val 35294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11091672" y="2953512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 P1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11091672" y="3127248"/>
            <a:ext cx="566928" cy="155448"/>
          </a:xfrm>
          <a:prstGeom prst="roundRect">
            <a:avLst>
              <a:gd name="adj" fmla="val 35294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1091672" y="3127248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 P0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8040624" y="3355848"/>
            <a:ext cx="3663696" cy="512064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095488" y="3383280"/>
            <a:ext cx="3553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业务特征：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的 14.2 万次工具调用里，Bash 占 47%，Read 占 23%，Edit 占 13%。工具执行占一次请求 59.8% 的时间，比模型生成还多。超过 1 分钟的调用只占 4%，却占工具时间的 85%，主要是编译、安装依赖和跑测试。每个请求约创建 5 到 7 个进程（估算）。数据来自 TraceLab，在开发者本地机器上测得。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9872472" y="3863340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8040624" y="3950208"/>
            <a:ext cx="3663696" cy="548640"/>
          </a:xfrm>
          <a:prstGeom prst="roundRect">
            <a:avLst>
              <a:gd name="adj" fmla="val 13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8095488" y="3977640"/>
            <a:ext cx="3553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负载特征：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编译器和测试框架代码量大、分支多，容易前端受限。每次工具调用都要起新进程，经过 fork、exec、动态链接、缺页和初始化，分支预测器、BTB 和 TLB 都是冷的；Node.js 的 libuv 在 Linux 上用 fork，父进程越大越慢。git 主要做 zlib 解压和大量 lstat，对象哈希默认是软件实现的 sha1dc，用不上 SHA 指令。Bash 里各命令的分布没有公开数据。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9872472" y="4494276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8040624" y="4581144"/>
            <a:ext cx="3663696" cy="859536"/>
          </a:xfrm>
          <a:prstGeom prst="roundRect">
            <a:avLst>
              <a:gd name="adj" fmla="val 8511"/>
            </a:avLst>
          </a:prstGeom>
          <a:solidFill>
            <a:srgbClr val="D9EFE4"/>
          </a:solidFill>
          <a:ln w="12700">
            <a:solidFill>
              <a:srgbClr val="D9EFE4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8095488" y="4608576"/>
            <a:ext cx="3553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当代软件发力点（950，现在就能做）：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先用自家日志统计 Bash 里最常见的命令，再逐个改这几个库：① libuv：Node.js 创建子进程改用 posix_spawn（vfork），回合上游开发分支的改动，省掉 fork 大进程的页表复制；② glibc 和链接器：openEuler 默认链接选项加 RELR 紧凑重定位、去掉用不到的 .so，减少每次启动的动态链接开销；glibc 的 memchr、strchr 等字符串函数补 256 位 SVE2 版本；③ Rust 的 memchr 和 aho-corasick：补 256 位 SVE2 路径，ripgrep（Claude Code 的 Grep）直接受益；④ zlib-ng 和 libdeflate：git 对象和安装包的解压，校验和用 CRC32 指令和 PMULL。都通过 openEuler 软件包和 BoostKit 交付。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9872472" y="5436108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8040624" y="5522976"/>
            <a:ext cx="3663696" cy="804672"/>
          </a:xfrm>
          <a:prstGeom prst="roundRect">
            <a:avLst>
              <a:gd name="adj" fmla="val 9091"/>
            </a:avLst>
          </a:prstGeom>
          <a:solidFill>
            <a:srgbClr val="E8E1F2"/>
          </a:solidFill>
          <a:ln w="12700">
            <a:solidFill>
              <a:srgbClr val="E8E1F2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8095488" y="5550408"/>
            <a:ext cx="3553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未来硬件发力点（960，软件做完后剩下的）：</a:t>
            </a:r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编译和测试是加速库改不到的，只能靠核本身变快，这是三个方向里硬件收益最大的一块。960 要做：① 前端（P0）：加大 L3 到 L1-I 的取指带宽、BTB 容量和 ITLB，按编译、测试和短命进程的负载调优，不只看 SPEC；② 突发单核（P1）：按核睿频和快速 DVFS，高单核 SKU 给云开发机，256 核以上 SKU 给 RL rollout；③ 冷启动（P2，与沙箱团队合并提）：缩短缺页和系统调用的进出延迟，提高页清零带宽；④ 指令（P2）：补上 FEAT_MOPS（memcpy、memset 专用指令），架构基线 Armv9.6 自带 CTZ 和 FIRSTP，供 memchr 和 grep 用。</a:t>
            </a:r>
            <a:endParaRPr lang="en-US" sz="650" dirty="0"/>
          </a:p>
        </p:txBody>
      </p:sp>
      <p:sp>
        <p:nvSpPr>
          <p:cNvPr id="131" name="Text 129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数据来源：TraceLab（华盛顿大学 2026，43 名开发者 8 个月、约 4,300 个会话的 Claude Code 和 Codex 本地使用日志；工具占比按调用次数算；59.8% 是工具执行占一次请求的时间，在开发者本地机器上测得）；TokTier（2026，采样 15.4 万次 Agent 调用，平均上下文 11.7 万 token，时间指占用一个核的时间）；AgentSysBench（港科大 2026，35,037 个生产会话）；Lemire 2026 年 9 月（simdjson 在 Graviton 4 和 5 上的单线程测试）；鲲鹏 950 的参数是团队内部口径（2026-09-23）。估算方法：JSON 8.4 MB = 480 KB × 编码和解析 2 次 × 8.8 次调用；查表大小按主流词表 10 万到 25 万条估；块哈希 4 毫秒 = 7,500 块 × 每块约 0.5 微秒。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960 的核与 SoC 该补什么：先补前端取指和单核速度，再做同机隔离和寄存器之间的搬运；不为 tokenizer、JSON 或正则单独做加速器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1201400" y="45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4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排序依据：只有硬件才能解决的排在前面（加速库改不到编译和测试）；三个方向都用得上的排在前面；能在 950 上马上测的排在前面。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33856"/>
          <a:ext cx="11247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2606040"/>
                <a:gridCol w="1097280"/>
                <a:gridCol w="1920240"/>
                <a:gridCol w="685800"/>
                <a:gridCol w="21031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要补的能力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主要为谁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现在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希望 960 做到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先在 950 上测什么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前端取指：L3 到 L1-I 的取指带宽、BTB 容量、ITLB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工具调用（编译、测试、短生命周期进程），也包括 Python 解释器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工具时间的 85% 花在编译、安装和测试上，加速库改不到；短命进程每次冷启动，容易前端受限；Google 全机群里前端停顿占 15% 到 30%（Kanev 2015）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取指带宽和 BTB 规模待内部确认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按开发者负载调优前端，不只看 SPEC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P0（云开发机、云端 Agent）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950 和 Graviton 4 上跑一组编译、测试、安装、git 和进程启动，用 top-down 分析看前端受限的比例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和查表：每核 L2 容量、L2 和 L3 命中时延、在途缺失数（MLP）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动态链接、解释器和编译器；tokenizer 做了紧凑格式后不再需要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一次上下文的查表热点在紧凑格式下只有 70 到 100 KB（实测，见第 4 页），1 MB 的 L2 放得下；现有库的哈希表布局要占 1 MB 以上的缓存行（估算），这是软件问题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每核 1 MB，两个 SMT 线程共用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容量等动态链接、解释器和编译器的实测再定；先保证 L2 和 L3 的命中时延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紧凑格式前后的 L2 MPKI；动态链接和 Python 解释器的 L2 MPKI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突发单核性能和 SKU 分档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工具调用；tokenizer 在首 token 的关键路径上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循环是串行的；会话中位 80% 的时间在等人，忙时往往只有一两个核在跑（AgentSysBench）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按核睿频、快速 DVFS；96 核高单核 SKU 给云开发机和推理 host，256 核以上的 SKU 给 RL rollout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B07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固定频率和允许睿频两种设置下，同一组工具负载的完成时间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同机隔离：MPAM 分区和核间时延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和推理引擎放在同一台机器上时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欠配时首 token 会慢 1.47 到 7.11 倍；host 受干扰时 GPU kernel 间隙从 1 微秒拉长到 40 微秒（Blink）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已经支持 MPAM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两个线程之间也能分 L2；分区更细，支持 CMAX 容量上限；CSU、MBWU 监控计数齐全；片上网络支持优先级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B07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分别测不隔离、只绑核、加 L3 分区、再加带宽分区，看首 token 和 kernel 间隙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向量到标量的跨域搬运时延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三个方向里的 SIMD 文本处理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 没有把谓词寄存器的位图直接搬进通用寄存器的指令；UMOV 在 Neoverse V2 上最多 10 个周期，在 Apple 的核上约 2 个周期（Lemire 2025）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团队实测偏慢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把这条路径做短，参考 Apple 的水平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B07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UMOV、CNTP、比较后跳转、STR P 后接 LDR 的转发时延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指令集基线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三个方向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缺 SVE2.1（TBLQ、PMOV）、SVE2.2（字节 COMPACT、FIRSTP）、CSSC（CTZ）和 MOPS（memcpy、memset 专用指令），都有替代写法，影响不大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SVE2，256 位，带 BitPerm、SVE-AES 等扩展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架构基线定在 Armv9.6 或以上，这些指令就都有了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同一段扫描代码用三种写法比速度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会话的 token 序列放到 UB 内存池（设想）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 tokenize 需要找回上次的 token 序列，每个会话约 470 KB；放在共享内存池里，前端就不需要会话亲和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 KV 存储团队一起定边界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进程创建的内核路径：缺页处理、页清零、fork 页表复制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工具调用；RL rollout 更明显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用这些能力的是内核和沙箱，不是加速库；它在工具时间里占多少还没测过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不由我们直接提：我们在 950 上测出数据，交给内核和沙箱团队，和他们的沙箱创建诉求合在一起提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协作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bash -c true 和 python -c pass 的缺页次数、内核态时间占比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不做的事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tokenizer、JSON、正则都不做专用加速器：增量 tokenize 后每次只剩 2.3 毫秒，JSON 每次 0.1 毫秒，卸载到加速器反而要付来回开销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小数据块的方案先放一放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5B65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064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5861304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总的来说，</a:t>
            </a:r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960 的投入应该先放在通用核上：前端取指和单核速度，再加上 MPAM 同机隔离和向量到标量的跨域搬运。不需要为 tokenizer、JSON 或正则单独做加速器。每一项到底有多大，要看 950 上的五组测试（文档第 5.8 节）。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数据来源：TraceLab 2026（本地使用日志，工具时间占比）；AgentSysBench 2026（35,037 个生产会话，中位 80% 的时间空闲）；A CPU-Centric Perspective on Agentic AI 2025（48 核 Intel 服务器，并发从 1 到 128 时的能耗）；CPU 欠配论文 2026（多卡推理，首 token 慢 1.47 到 7.11 倍）；Blink 2026（host 受干扰时的 kernel 空隙）；Kanev 2015（Google 全机群的前端停顿）；Lemire 2025（UMOV 时延，Neoverse V2 的数字引自 Arm 的优化指南，Apple 的是估计值）；Arm 的特性寄存器说明和特性表（SVE 版本下限、CSSC）；鲲鹏 950 的参数是团队内部口径（2026-09-23）。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两个具体问题：950 的向量指令够用，慢在向量到标量的跨域搬运；MPAM 只限制缓存分配，不影响进程之间通过缓存传数据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1201400" y="45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4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532120" cy="292608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914400"/>
            <a:ext cx="5385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一、950 的向量指令和向量到标量的跨域搬运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532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242316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文本处理常用的指令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有没有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没有时怎么办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字符匹配 MATCH、字符计数 HISTCNT、两寄存器查表 TBL（SVE2）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有，256 位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按位抽取和放置 BEXT、BDEP（BitPerm，相当于 x86 的 PEXT、PDEP）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 位无进位乘法 PMULLB、PMULLT（SVE-AES），simdjson 和 CRC 会用到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128 位段查表 TBLQ（SVE2.1）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LD1RQB 把 16 字节的表复制到每一段，再用普通 TBL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谓词和向量互转 PMOV（SVE2.1）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STR P 把谓词直接存成位图；找第一个命中用 BRKB 加 CNTP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按字节 COMPACT、直接给出第一个命中的 FIRSTP（SVE2.2）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找第一个命中用 BRKB 加 CNTP；COMPACT 前先用 PUNPKLO/HI 把字节拆成 32 位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标量 CTZ，数末尾有几个 0（CSSC）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RBIT 加 CLZ 两条指令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75488" y="3589020"/>
            <a:ext cx="5495544" cy="273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比较结果没法直接拿到通用寄存器里。</a:t>
            </a:r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SVE 的比较结果放在谓词寄存器里，是一个位图。Arm 到 SVE2.2 都没有指令能把这个位图直接搬进通用寄存器。能直接拿到的只有汇总值：命中个数（CNTP）、第一个命中的位置（FIRSTP，SVE2.2 才有）、有没有命中（比较指令会直接设置 NZCV 条件标志）。SVE2.1 的 PMOV 也只能搬到向量寄存器，最后那一步 UMOV 还是省不掉。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这一步慢是微架构决定的。</a:t>
            </a:r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向量寄存器堆和整数寄存器堆在物理上是分开的，跨域搬运要经过专门的传输端口和旁路网络，向量越宽通常离得越远。Lemire 2025 的测量表里，UMOV 在 Neoverse V2 上最多 10 个周期，在 Apple 的核上约 2 个周期。团队在 950 上也看到这一步偏慢。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软件上别让它卡在循环的依赖链上。</a:t>
            </a:r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能用条件标志判断的先判断，真有命中再算位置；每 64 字节只搬一次 64 位掩码；或者用 STR P 把位图批量写进 L1 缓冲区，等向量阶段跑完再由标量代码顺序读，比的是吞吐而不是时延。simdjson 的两阶段设计（先建结构索引，再建树）就是这样，tokenizer 的预分词也可以照做。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960 的希望。</a:t>
            </a:r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缩短三条跨域路径：向量或谓词寄存器到整数寄存器、NZCV 标志到分支单元、STR P 到 LDR 的 store-to-load 转发，参考 Apple 约 2 个周期的水平。架构基线定在 Armv9.6 或以上，缺的指令就都有了。“谓词位图直接进通用寄存器”的指令 Arm 架构里没有，A 系列也不允许自定义指令，只能通过 Arm 的架构合作渠道提。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72200" y="914400"/>
            <a:ext cx="5532120" cy="292608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45352" y="914400"/>
            <a:ext cx="5385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二、MPAM 隔离和进程之间的通信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72200" y="1261872"/>
            <a:ext cx="5532120" cy="1810512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298448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FCE8B2"/>
          </a:solidFill>
          <a:ln w="12700">
            <a:solidFill>
              <a:srgbClr val="B07A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12984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 A：生产者进程（PARTID 1）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 L1 和 1 MB L2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9646920" y="1298448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D6E4F5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46920" y="12984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 B：消费者进程（PARTID 2）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 L1 和 1 MB L2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08776" y="1225296"/>
            <a:ext cx="182880" cy="1828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08776" y="12252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29600" y="1527048"/>
            <a:ext cx="141732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846820" y="1289304"/>
            <a:ext cx="182880" cy="1828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846820" y="1289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15544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一致性协议直接转发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6263640" y="2075688"/>
            <a:ext cx="668655" cy="365760"/>
          </a:xfrm>
          <a:prstGeom prst="rect">
            <a:avLst/>
          </a:prstGeom>
          <a:solidFill>
            <a:srgbClr val="FCE8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32295" y="2075688"/>
            <a:ext cx="668655" cy="365760"/>
          </a:xfrm>
          <a:prstGeom prst="rect">
            <a:avLst/>
          </a:prstGeom>
          <a:solidFill>
            <a:srgbClr val="FCE8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00950" y="2075688"/>
            <a:ext cx="668655" cy="365760"/>
          </a:xfrm>
          <a:prstGeom prst="rect">
            <a:avLst/>
          </a:prstGeom>
          <a:solidFill>
            <a:srgbClr val="FCE8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69605" y="2075688"/>
            <a:ext cx="668655" cy="365760"/>
          </a:xfrm>
          <a:prstGeom prst="rect">
            <a:avLst/>
          </a:prstGeom>
          <a:solidFill>
            <a:srgbClr val="FCE8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938260" y="2075688"/>
            <a:ext cx="668655" cy="365760"/>
          </a:xfrm>
          <a:prstGeom prst="rect">
            <a:avLst/>
          </a:prstGeom>
          <a:solidFill>
            <a:srgbClr val="FCE8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06915" y="2075688"/>
            <a:ext cx="668655" cy="365760"/>
          </a:xfrm>
          <a:prstGeom prst="rect">
            <a:avLst/>
          </a:prstGeom>
          <a:solidFill>
            <a:srgbClr val="D6E4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75570" y="2075688"/>
            <a:ext cx="668655" cy="365760"/>
          </a:xfrm>
          <a:prstGeom prst="rect">
            <a:avLst/>
          </a:prstGeom>
          <a:solidFill>
            <a:srgbClr val="D6E4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944225" y="2075688"/>
            <a:ext cx="668655" cy="365760"/>
          </a:xfrm>
          <a:prstGeom prst="rect">
            <a:avLst/>
          </a:prstGeom>
          <a:solidFill>
            <a:srgbClr val="D6E4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63640" y="2075688"/>
            <a:ext cx="3343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L3：PARTID 1 可分配的份额</a:t>
            </a:r>
            <a:endParaRPr lang="en-US" sz="680" dirty="0"/>
          </a:p>
        </p:txBody>
      </p:sp>
      <p:sp>
        <p:nvSpPr>
          <p:cNvPr id="30" name="Text 27"/>
          <p:cNvSpPr txBox="1"/>
          <p:nvPr/>
        </p:nvSpPr>
        <p:spPr>
          <a:xfrm>
            <a:off x="9606915" y="2075688"/>
            <a:ext cx="20059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PARTID 2 的份额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 flipH="1">
            <a:off x="8603932" y="1755648"/>
            <a:ext cx="1317308" cy="320040"/>
          </a:xfrm>
          <a:prstGeom prst="line">
            <a:avLst/>
          </a:prstGeom>
          <a:noFill/>
          <a:ln w="15875">
            <a:solidFill>
              <a:srgbClr val="3E5C76"/>
            </a:solidFill>
            <a:prstDash val="dash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106853" y="1810512"/>
            <a:ext cx="182880" cy="182880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06853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263640" y="2624328"/>
            <a:ext cx="5349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537960" y="26243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DRAM：只有被挤出 L3 的数据才会到这里；带宽分区只在这一层起作用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7266622" y="2441448"/>
            <a:ext cx="0" cy="182880"/>
          </a:xfrm>
          <a:prstGeom prst="line">
            <a:avLst/>
          </a:prstGeom>
          <a:noFill/>
          <a:ln w="12700">
            <a:solidFill>
              <a:srgbClr val="5B6572"/>
            </a:solidFill>
            <a:prstDash val="dash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300216" y="2651760"/>
            <a:ext cx="182880" cy="182880"/>
          </a:xfrm>
          <a:prstGeom prst="ellipse">
            <a:avLst/>
          </a:prstGeom>
          <a:solidFill>
            <a:srgbClr val="5B6572"/>
          </a:solidFill>
          <a:ln w="12700">
            <a:solidFill>
              <a:srgbClr val="5B657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00216" y="2651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39" name="Text 36"/>
          <p:cNvSpPr txBox="1"/>
          <p:nvPr/>
        </p:nvSpPr>
        <p:spPr>
          <a:xfrm>
            <a:off x="6190488" y="3108960"/>
            <a:ext cx="5495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7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A 写共享缓冲区，缓存行先留在 A 的私有 L2。② B 读的时候，一致性协议把这一行从 A 的 L2 直接转给 B。③ 也可能在 L3 命中，即使这一行在 PARTID 1 的份额里。④ 只有被挤出 L3 才去 DRAM。</a:t>
            </a:r>
            <a:endParaRPr lang="en-US" sz="720" dirty="0"/>
          </a:p>
        </p:txBody>
      </p:sp>
      <p:sp>
        <p:nvSpPr>
          <p:cNvPr id="40" name="Text 37"/>
          <p:cNvSpPr txBox="1"/>
          <p:nvPr/>
        </p:nvSpPr>
        <p:spPr>
          <a:xfrm>
            <a:off x="6190488" y="3474720"/>
            <a:ext cx="54955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MPAM 管的是缓存怎么分，不管谁能读。</a:t>
            </a:r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MPAM 给每个线程的访存请求打上分区号（PARTID）。缓存按分区号限制新数据能分配到哪些份额（CPOR 位图）、最多占多少（CMAX）。查找不受限制，一个分区的请求可以命中别的分区分配进来的缓存行，缓存一致性协议也照常工作。所以 MPAM 是性能隔离，不是安全隔离。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同一台机器上的进程通信本来就走缓存。</a:t>
            </a:r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共享内存只是软件上的说法，数据实际是通过一致性协议在两个核的缓存之间传的。管道、Unix 域套接字（ZeroMQ 的 ipc 方式）和本机回环 TCP 也一样，只是多了系统调用和内核拷贝。只有跨机器才需要网络或 UB。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隔离之后要注意几件事。</a:t>
            </a:r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共享缓冲区的缓存行记在先把它拉进缓存的那个进程的份额里，份额太小可能在被读之前就被挤出 L3，所以环形缓冲区要做小、循环复用。带宽分区只在数据落到 DRAM 时才起作用。时延取决于两个核离得多远，频繁通信的进程要绑在同一个 cluster；tokenizer 不要和推理引擎的 host 线程放在同一个物理核的两个 SMT 线程上。消费者可以用 LDAXR 加 WFE 等在标志位上，生产者一写就被唤醒。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对推理 host 来说，先测隔离。</a:t>
            </a:r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每一步的进程间消息只有几 KB 到几百 KB，而每一步 decode 要几毫秒，通信本身占不到 1%（估算）。真正的问题是互相干扰。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960 的希望。</a:t>
            </a:r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SMT 两个线程之间也能分 L2；分区更细，CSU 和 MBWU 监控计数齐全；片上网络能给关键线程更高优先级。还可以支持 Armv9.6 的生产者-消费者放置提示（FEAT_PCDPHINT 的 STSHH 和 PRFM IR），让写完的数据提前推到消费者附近；CHI 协议里现成的 stash 操作如果开放给 CPU，就能做到核到核直送。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数据来源：Lemire 等 2025（Scanning HTML at Tens of Gigabytes per Second，表 2；Neoverse V2 的数字引自 Arm 的软件优化指南，Apple 的是估计值）；Arm 的特性寄存器说明、Armv8.9 和 Armv9.6 的特性说明，以及 LLVM、QEMU、binutils 的相关补丁（SVE2.1、SVE2.2、SVE2.3、CSSC、生产者-消费者放置提示）；Arm 专利 US11237985 和 SemiEngineering 介绍的 gem5 MPAM 实现（分配和查找的区别）；CPU 欠配论文 2026、Blink 2026；鲲鹏 950 的参数是团队内部口径（2026-09-23）。估算方法：通信占比按每一步的消息量和每一步 decode 的时间比较得出。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的词表和合并表：原始文件 1.4 到 9 MB、加载后 24 到 77 MB；改成紧凑格式后整表 1 到 3 MB，一次上下文真正用到的热点只有 70 到 100 KB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1201400" y="45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4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6812280" cy="27432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896112"/>
            <a:ext cx="6665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一、原始有多大，紧凑格式能压到多小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5296"/>
          <a:ext cx="6812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868680"/>
                <a:gridCol w="777240"/>
                <a:gridCol w="123444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词表条数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合并规则条数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原始文件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现有库加载后内存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紧凑格式：合并表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紧凑格式：词表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GPT-2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50,257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50,000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1.36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 MB（HF）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0.42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0.47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GPT-4（cl100k）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100,256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10 万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1.68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 MB（tiktoken）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0.94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DeepSeek-V3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128,815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127,741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7.85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 MB（HF）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1.20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1.22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 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128,256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280,147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9.09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 MB（HF）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2.63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1.22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Qwen2.5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151,665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151,387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7.03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 MB（HF）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1.42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1.43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GPT-4o（o200k）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199,998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20 万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3.61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 MB（tiktoken）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1.47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2.00 MB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2916936"/>
            <a:ext cx="6812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原始文件：HuggingFace 的 tokenizer.json 或 OpenAI 的 .tiktoken 文件。加载后内存：用 HuggingFace tokenizers 0.23 或 tiktoken 0.14 加载后进程常驻内存的增量，含正则编译和解析时未归还的内存，是上界。tiktoken 没有显式合并表，合并规则数按“词表减 256”算。Llama 3 的 tokenizer.json 里有 28 万条合并规则，比词表还多。</a:t>
            </a:r>
            <a:endParaRPr lang="en-US" sz="680" dirty="0"/>
          </a:p>
        </p:txBody>
      </p:sp>
      <p:sp>
        <p:nvSpPr>
          <p:cNvPr id="8" name="Shape 5"/>
          <p:cNvSpPr/>
          <p:nvPr/>
        </p:nvSpPr>
        <p:spPr>
          <a:xfrm>
            <a:off x="457200" y="3383280"/>
            <a:ext cx="6812280" cy="27432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3383280"/>
            <a:ext cx="6665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二、怎么压到这个大小，现有库为什么这么大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75488" y="3730752"/>
            <a:ext cx="677570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ID 只需要 17 到 18 位。</a:t>
            </a:r>
            <a:pPr algn="l" indent="0" marL="0">
              <a:spcAft>
                <a:spcPts val="4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词表 13 万到 20 万条，2 的 18 次方是 26 万，够用。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合并表每条只存三到四个 ID。</a:t>
            </a:r>
            <a:pPr algn="l" indent="0" marL="0">
              <a:spcAft>
                <a:spcPts val="4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存左 token 和右 token，用来精确核对是不是这一对；再存合并的优先级（rank）。tiktoken 格式里 rank 就是新 token 的 ID，每条 3 × 18 = 54 位，按 7 字节存；HuggingFace 格式还要多存一个新 ID，按 9 字节存。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用最小完美哈希（MPH）定位。</a:t>
            </a:r>
            <a:pPr algn="l" indent="0" marL="0">
              <a:spcAft>
                <a:spcPts val="4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PTHash、CHD 这类算法给 n 个键分配 0 到 n−1 的唯一位置，每个键额外只要 2 到 3 位，没有空槽，也不用指针。20 万条按 7 字节一条约 1.4 MB，加上哈希参数约 1.5 MB（之前按 8 字节一条估的是 1.6 MB）。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rank 排序存放。</a:t>
            </a:r>
            <a:pPr algn="l" indent="0" marL="0">
              <a:spcAft>
                <a:spcPts val="4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BPE 的合并规则本来就是按语料里出现的频率学出来的，rank 越小越常用。按 rank 排好，常用的条目自然挤在表的前面。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词表只在解码时用。</a:t>
            </a:r>
            <a:pPr algn="l" indent="0" marL="0">
              <a:spcAft>
                <a:spcPts val="4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 token 的字节拼成一整块，再加一个 3 字节的偏移数组。token 平均 6.4 到 7 字节，20 万条约 2 MB。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现有库为什么大。</a:t>
            </a:r>
            <a:pPr algn="l" indent="0" marL="0">
              <a:spcAft>
                <a:spcPts val="4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HuggingFace tokenizers 用 Rust 哈希表存“(左, 右) → (rank, 新 ID)”，每条 16 字节，再加控制字节和空槽；词表是“字符串 → ID”和“ID → 字符串”两张哈希表，每个字符串单独分配一块内存。tiktoken 用“字节串 → rank”的哈希表，每个键也是单独分配的，Python 侧还另存一份字典。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7452360" y="896112"/>
            <a:ext cx="4251960" cy="27432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25512" y="896112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三、一次上下文真正用到多少（实测）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452360" y="1225296"/>
            <a:ext cx="4251960" cy="2395728"/>
          </a:xfrm>
          <a:prstGeom prst="roundRect">
            <a:avLst>
              <a:gd name="adj" fmla="val 3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4380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5%–7%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1755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 450 KB 的上下文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用到的合并规则占全表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969264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70–100 KB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1755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这些条目按紧凑格式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只占这么大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7543800" y="2139696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GPT-4o（o200k）：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切出 15.4 万个 token，用到 10,773 条合并规则，占全表 5.4%，按 7 字节一条是 74 KB。99% 的查找落在其中 8,757 条里（60 KB）；约 70% 的查找落在 rank 小于 1 万的条目里。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Qwen2.5：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切出 16.1 万个 token，用到 11,342 条，占全表 7.5%，按 9 字节一条是 100 KB；99% 的查找落在 8,467 条里（74 KB）。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950 意味着什么。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整张表压紧后 1 到 3 MB，比每核 1 MB 的 L2 大；但一次上下文的热点只有 70 到 100 KB，放得下。现有库的哈希表把每个热点条目散在各自的缓存行上，估算要占 1 MB 以上。所以查表的问题主要靠软件解决。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452360" y="3730752"/>
            <a:ext cx="4251960" cy="27432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25512" y="3730752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四、已经有人这样做过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507224" y="4078224"/>
            <a:ext cx="414223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的 bpe 库（Rust，rust-gems）：</a:t>
            </a:r>
            <a:pPr algn="l" indent="0" marL="0">
              <a:spcAft>
                <a:spcPts val="400"/>
              </a:spcAft>
              <a:buNone/>
            </a:pPr>
            <a:r>
              <a:rPr lang="en-US" sz="8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token 的字节拼成一整块，再用一个偏移数组定位；查找键用 32 位哈希值代替字节串，构建时选一个乘数保证不冲突；合并对另有一张 (左, 右) → 新 token 的表；最长匹配用双数组 Aho-Corasick 自动机。线性 BPE 也出自这个库。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BlingFire：</a:t>
            </a:r>
            <a:pPr algn="l" indent="0" marL="0">
              <a:spcAft>
                <a:spcPts val="400"/>
              </a:spcAft>
              <a:buNone/>
            </a:pPr>
            <a:r>
              <a:rPr lang="en-US" sz="8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把分词算法和词表编译成有限状态机，存成二进制模型文件，提供 GPT-2 和 RoBERTa 的 byte-BPE 模型（gpt2.bin、roberta.bin）。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SentencePiece：</a:t>
            </a:r>
            <a:pPr algn="l" indent="0" marL="0">
              <a:spcAft>
                <a:spcPts val="400"/>
              </a:spcAft>
              <a:buNone/>
            </a:pPr>
            <a:r>
              <a:rPr lang="en-US" sz="8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Unigram 模型的词表用双数组 trie（Darts-clone）存，紧凑、查找快。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Fast WordPiece（EMNLP 2021）：</a:t>
            </a:r>
            <a:pPr algn="l" indent="0" marL="0">
              <a:spcAft>
                <a:spcPts val="400"/>
              </a:spcAft>
              <a:buNone/>
            </a:pPr>
            <a:r>
              <a:rPr lang="en-US" sz="8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trie 加失败链接做线性时间切分，模型序列化成 flatbuffer。它是 WordPiece，不是 BPE，但存储思路相同。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HuggingFace tokenizers 主干（tk-encode，1.0.0-dev，未发布）：</a:t>
            </a:r>
            <a:pPr algn="l" indent="0" marL="0">
              <a:spcAft>
                <a:spcPts val="400"/>
              </a:spcAft>
              <a:buNone/>
            </a:pPr>
            <a:r>
              <a:rPr lang="en-US" sz="8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ID 按 rank 重排，最热的合并放进 512 × 512 的稠密网格，其余的对用 PtrHash 完美哈希；每条存 16 字节，键是（左 &lt;&lt; 32 | 右），值把 rank 和新 token ID 打包进一个 u64。</a:t>
            </a:r>
            <a:endParaRPr lang="en-US" sz="82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数据来源与口径：2026-09-23 在本机实测。词表文件取自 HuggingFace（openai-community/gpt2、meta-llama/Meta-Llama-3-8B 的 NousResearch 镜像、Qwen/Qwen2.5-7B-Instruct、deepseek-ai/DeepSeek-V3）和 OpenAI 的 tiktoken 公开文件（cl100k_base、o200k_base）。紧凑格式大小按上面的编码方法计算，不是实现后的实测。热点实测用 449 KB 的混合文本（JavaScript 代码 280 KB、中英文 Markdown 141 KB、JSON 28 KB），按原库的 BPE 算法逐步重放、统计查到的合并规则，输出与 tiktoken 和 HuggingFace tokenizers 逐个 token 一致。“1 MB 以上”是按哈希表布局估算的。案例来自各项目的源码和文档。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三个方向：tokenizer / JSON / 工具调用的软硬件发力点</dc:title>
  <dc:subject>PptxGenJS Presentation</dc:subject>
  <dc:creator>Kunpeng 基础加速 / 洞察工作组</dc:creator>
  <cp:lastModifiedBy>Kunpeng 基础加速 / 洞察工作组</cp:lastModifiedBy>
  <cp:revision>1</cp:revision>
  <dcterms:created xsi:type="dcterms:W3CDTF">2026-09-30T08:18:21Z</dcterms:created>
  <dcterms:modified xsi:type="dcterms:W3CDTF">2026-09-30T08:18:21Z</dcterms:modified>
</cp:coreProperties>
</file>