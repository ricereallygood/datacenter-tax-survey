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名词：token = 模型处理文本的最小单位（约 3/4 个英文单词或 1–2 个汉字，本页按 4 字节/token 换算）；tokenize = 把文本切成 token，主流算法是 BPE：先用正则把文本切成短片段，再在片段内按合并表反复合并相邻字节，串行、分支多、哈希随机访问；前缀缓存 = 同一会话下一次调用时，上下文前面没变的部分直接复用上次的中间状态（KV 缓存），复用成功叫"命中"；首 token 延迟 = 从发出请求到收到第一个字；prefill = 模型读入整段输入，decode = 逐个 token 生成；核时 = 一个 CPU 核忙碌的时间；MCP = Agent 调用外部（用户配置的）工具服务器的协议，消息格式 JSON-RPC，本地服务器走 stdio、远程走 HTTP；Claude Code 的内置工具（Bash/Read/Edit 等）不走 MCP，模型返回 tool_use 块后由 Claude Code 进程直接执行；zswap = Linux 把不常用内存页压缩后仍留在内存里；KAE = 鲲鹏片上加解密/压缩引擎；SVE2 = Arm 向量指令扩展，带 MATCH/HISTCNT 字符匹配指令，鲲鹏 920 只有 NEON；THP = 透明大页。
上两行流程：第一行是编码 Agent 处理一次用户请求的循环，平均 8.8 次模型调用 + 10.8 次工具调用、4.3 分钟；"执行工具"那一步的 59.8% 是命令、测试、编译本身的时间，TraceLab 测于开发者本地机器，不是沙箱开销——只有 Agent 跑在云开发机或云端时它才是数据中心负载。第二行把"调用大模型"展开成推理服务里的一次调用：白底是 CPU 上做的（JSON 解析、tokenize、块哈希、detokenize、JSON 编码），蓝底是 NPU 上做的（prefill、decode）。前缀缓存让 NPU 只算新增的 4.3%，但 CPU 侧的 tokenize 仍是整段重切——这就是链①的机理。
六条链的判断：①最硬，tokenize 是循环里最大的可库化 CPU 项，且 Arm 上没有任何库有向量路径；②是反向结论——数据不支持 JSON 是热点（每字节比 tokenize 便宜 100–2,000 倍），能做的是把已有的 SIMD 库接进 Python/Node；③成立但只在云端和云开发机场景，本地 Claude Code 没有这一项；④方向对，但 Bash 里具体跑了什么没有公开统计，"git 占多少"要用自家日志补，且工具时间的大头是编译测试，库碰不到；⑤是④的延伸，只取用户态的进程启动路径，内核和虚拟化部分标为依赖；⑥不是 Agent 独有，是每个推理节点都有的 host 侧问题，Agent 的长上下文把它放大，证据强度中。
没画进去的：向量检索（RAG / 搜索型 Agent 里占 84.5–90.6%）由搜索推荐团队负责，不在本规划；沙箱创建 / 恢复 / 隔离路径属内核与虚拟化团队；前缀缓存块哈希每请求约 4 ms、TLS 不到 0.2%，太小。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负载 → 基础加速库的发力点：缓存命中率高让 tokenize 成为首 token 延迟主项（第一）；会话 80% 空闲、状态常驻，靠 KAE 压缩（第二）；工具调用 = 进程 + git + 文本搜索，靠压缩 / 匹配 / 进程启动库（第三）；JSON 每字节已便宜，只需启用与绑定（第四）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1247120" cy="896112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3776" y="969264"/>
            <a:ext cx="841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循环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（编码 Agent）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426464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53896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收到用户指令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426464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53896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Agent：工具在开发者机器上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云开发机 / 云端：在数据中心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792839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2567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9999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拼装上下文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整段历史 → JSON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02567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9999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约 8.4 MB / 请求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268942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8670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6102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（展开见下行）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78670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06102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8.8 次；每次 119K 前缀 + 875 新增 token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745045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54773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82205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解析模型返回的 tool_use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内置工具在本进程执行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54773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82205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内置工具无协议开销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MCP 工具才走 JSON-RPC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221147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30875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58307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47% · Read 23% · Edit 13%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30875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58307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占请求响应时间 59.8%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（工具本身，不是沙箱）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697250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06978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34410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结果接回上下文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806978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34410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接回的内容只有 19% 是新的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0173353" y="1600200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283081" y="1399032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0513" y="1417320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回复用户 / 等下一条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283081" y="1033272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6D5D9"/>
          </a:solidFill>
          <a:ln w="12700">
            <a:solidFill>
              <a:srgbClr val="F6D5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10513" y="1033272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会话中位 80% 时间空闲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状态常驻内存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585754" y="1828800"/>
            <a:ext cx="5904411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  <a:head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989320" y="18379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平均 8.8 轮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061857" y="1801368"/>
            <a:ext cx="0" cy="420624"/>
          </a:xfrm>
          <a:prstGeom prst="line">
            <a:avLst/>
          </a:prstGeom>
          <a:noFill/>
          <a:ln w="15875">
            <a:solidFill>
              <a:srgbClr val="C8102E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5107577" y="20208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57200" y="1938528"/>
            <a:ext cx="11247120" cy="896112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3776" y="1938528"/>
            <a:ext cx="841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 = CPU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= NPU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426464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453896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网关解析 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套对话模板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426464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453896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simdjson 5–7 GB/s：480 KB ≈ 0.1 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json 慢 50×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792839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902567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29999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整段上下文全量重切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902567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29999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117K token 全量：HF 228 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13.4 ms / 增量 2.3 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268942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378670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06102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分块哈希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查前缀缓存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378670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06102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7,500 块 ≈ 4 ms；命中 95.7%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745045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854773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D6E4F5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882205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只算未命中的部分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854773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82205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 4.3%；缓存失效时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重算量 = 新增的 3.8×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221147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330875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D6E4F5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58307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循环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token 生成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330875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58307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输出中位 214 token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8697250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806978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834410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detokenize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806978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834410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V1 已挪出核心循环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10173353" y="2569464"/>
            <a:ext cx="109728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0283081" y="2368296"/>
            <a:ext cx="1366375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310513" y="2386584"/>
            <a:ext cx="1311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JSON 编码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回客户端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0283081" y="2002536"/>
            <a:ext cx="1366375" cy="329184"/>
          </a:xfrm>
          <a:prstGeom prst="roundRect">
            <a:avLst>
              <a:gd name="adj" fmla="val 1388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310513" y="2002536"/>
            <a:ext cx="13115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命中率 0.88→0.99 时 tokenize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占首 token 延迟 10%→64%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457200" y="2926080"/>
            <a:ext cx="271576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12064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缓存命中率高 → tokenize 成首 token 延迟主项 → tokenizer 库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57200" y="3355848"/>
            <a:ext cx="2715768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12064" y="33741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负载特征：前缀缓存命中 95.7%（TraceLab，4,300 会话，按 token 加权）；Agent token 的 70% 是缓存读（OpenRouter）；每次调用中位只新增 875 token 到 119K 上下文（TokTier：中位追加 1.4K 字符）。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815084" y="4027932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457200" y="4114800"/>
            <a:ext cx="2715768" cy="822960"/>
          </a:xfrm>
          <a:prstGeom prst="roundRect">
            <a:avLst>
              <a:gd name="adj" fmla="val 888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12064" y="41330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推导：NPU 只算未命中的 4.3%，但前端仍把整段上下文重切一遍；命中率 0.88→0.99 时 tokenize 占首 token 延迟 10%→64%（TokTier）；117K token 全量：HF 228 ms / Rust 13.4 ms / 增量 2.3 ms 核时；每千 GPU 需 114–1,140 个前端核（HF 实现）；CPU 核不够时首 token 延迟慢 1.5–7 倍。现有 tokenizer 库在 Arm 上没有 NEON / SVE 路径。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815084" y="493318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57200" y="5020056"/>
            <a:ext cx="2715768" cy="786384"/>
          </a:xfrm>
          <a:prstGeom prst="roundRect">
            <a:avLst>
              <a:gd name="adj" fmla="val 9302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12064" y="503834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发力点 S1：增量 tokenizer 库 = 线性 BPE + SVE2 预分词（字符类分段用 MATCH / HISTCNT）+ 会话状态与边界修复；一个引擎按模型加载 tokenizer.json / tiktoken 配置，逐位对齐参考实现；做成 HF tokenizers 的 drop-in，接 MindIE / vLLM / SGLang 前端。目标：每核 2 MB/s → 30 MB/s 以上，每千 GPU 前端核 114 → 1。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2670048" y="5586984"/>
            <a:ext cx="457200" cy="173736"/>
          </a:xfrm>
          <a:prstGeom prst="roundRect">
            <a:avLst>
              <a:gd name="adj" fmla="val 3157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70048" y="558698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650" dirty="0"/>
          </a:p>
        </p:txBody>
      </p:sp>
      <p:sp>
        <p:nvSpPr>
          <p:cNvPr id="91" name="Text 89"/>
          <p:cNvSpPr txBox="1"/>
          <p:nvPr/>
        </p:nvSpPr>
        <p:spPr>
          <a:xfrm>
            <a:off x="512064" y="558698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证据：强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300984" y="2926080"/>
            <a:ext cx="271576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355848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每请求整段上下文走 JSON（MCP 仅外部工具）→ JSON 每字节已便宜 → 只需启用与绑定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300984" y="3355848"/>
            <a:ext cx="2715768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355848" y="33741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负载特征：每次调用把整段上下文（messages 数组）JSON 编码 + 网关解析，约 8.4 MB / 请求；内置工具（Bash / Read / Edit）不走 MCP、无协议开销，只有外部 MCP 工具走 JSON-RPC（本地 stdio 为主，远程才是每消息一次 HTTP），图片走 base64（+33%）；每会话数十 MB 序列化主要是 FP32 向量和截图，不是 JSON 解析（AgentSysBench）。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4658868" y="4027932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3300984" y="4114800"/>
            <a:ext cx="2715768" cy="822960"/>
          </a:xfrm>
          <a:prstGeom prst="roundRect">
            <a:avLst>
              <a:gd name="adj" fmla="val 888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355848" y="41330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推导：simdjson 在 Neoverse V2/V3 上每核 5–7 GB/s，8.4 MB ≈ 2 ms；SVE2 MATCH 替换 NEON 查表只再快 1–4%（Lemire 2026-09）；同样 480 KB，tokenize 要 13–228 ms——每字节 tokenize 比 JSON 贵 100–2,000 倍。真正的差距在 Python 标准库 json（约 100 MB/s，8.4 MB ≈ 85 ms，慢 50 倍）与 base64 / 向量文本化。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4658868" y="493318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3300984" y="5020056"/>
            <a:ext cx="2715768" cy="786384"/>
          </a:xfrm>
          <a:prstGeom prst="roundRect">
            <a:avLst>
              <a:gd name="adj" fmla="val 9302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355848" y="503834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发力点 S4：不做新算法。① simdjson / simdutf 的 NEON 路径在 openEuler 软件包默认启用；② 发布 Python / Node 绑定（orjson 类），让 Python 写的 Agent 框架和网关吃到 SIMD；③ base64 SIMD；④ 推动向量走二进制格式而非 JSON 文本。工作量小，收益在 Python 路径 50 倍。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5513832" y="5586984"/>
            <a:ext cx="457200" cy="173736"/>
          </a:xfrm>
          <a:prstGeom prst="roundRect">
            <a:avLst>
              <a:gd name="adj" fmla="val 31579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513832" y="558698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3355848" y="558698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证据：强（反向）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6144768" y="2926080"/>
            <a:ext cx="271576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199632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会话 80% 空闲、状态常驻内存 → 容量成本而非算力 → KAE 压缩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144768" y="3355848"/>
            <a:ext cx="2715768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199632" y="33741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负载特征：生产编码 Agent 会话中位只有 20% 时间在执行，其余在等人（AgentSysBench，35,037 会话）；每会话沙箱内存中位 0.8 GB（峰值 28 GB）+ KV 缓存 1.5 GB 常驻；内存占服务器 BOM 从 2025-01 的 18% 涨到 2026-07 的 53%。适用：云开发机、云端 Agent；本地 Claude Code 没有这一项。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7502652" y="4027932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6144768" y="4114800"/>
            <a:ext cx="2715768" cy="822960"/>
          </a:xfrm>
          <a:prstGeom prst="roundRect">
            <a:avLst>
              <a:gd name="adj" fmla="val 888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199632" y="41330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推导：状态层成本 = 容量 × 驻留时间，不是算力，落在内存容量、分层和压缩上；Intel 用 IAA 做 zswap 压缩：吞吐 +62–67%、系统时间 −23–28%，Linux 6.8 主线；AgentSysBench 把空闲会话状态卸出高速内存省 4.6 倍；KV 张量直接压无效，TRACE 式位平面变换后通用 codec 压 46.9%。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7502652" y="493318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6144768" y="5020056"/>
            <a:ext cx="2715768" cy="786384"/>
          </a:xfrm>
          <a:prstGeom prst="roundRect">
            <a:avLst>
              <a:gd name="adj" fmla="val 9302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199632" y="503834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发力点 K1：KAE ZIP 的 zswap / zram 后端（用户态压缩接口 + 与内核团队共建驱动，对标 iaa-crypto）压沙箱匿名页；KV 缓存先变换再压（→960）；与 UB 内存池分层配合。收益：每台机器可停放的会话数 ×2–3。先测：0.8 GB 沙箱工作集与 1.5 GB KV 上的压缩比、延迟、CPU 节省。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626096" y="5586984"/>
            <a:ext cx="1188720" cy="173736"/>
          </a:xfrm>
          <a:prstGeom prst="roundRect">
            <a:avLst>
              <a:gd name="adj" fmla="val 31579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7626096" y="558698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P0（云端 / 云开发机）</a:t>
            </a:r>
            <a:endParaRPr lang="en-US" sz="650" dirty="0"/>
          </a:p>
        </p:txBody>
      </p:sp>
      <p:sp>
        <p:nvSpPr>
          <p:cNvPr id="117" name="Text 115"/>
          <p:cNvSpPr txBox="1"/>
          <p:nvPr/>
        </p:nvSpPr>
        <p:spPr>
          <a:xfrm>
            <a:off x="6199632" y="558698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证据：强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8988552" y="2926080"/>
            <a:ext cx="2715768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9043416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工具调用 = 进程 + git + 文本搜索 → 落到 CPU 原语 → 压缩 / 匹配库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8988552" y="3355848"/>
            <a:ext cx="2715768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9043416" y="337413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负载特征：Claude Code 14.2 万次工具调用里 Bash 47.0%、Read 22.8%、Edit 13.0%、Grep 2.3%；Codex 29 万次里 exec_command 64.6%；13 个开源 Agent 的工具收敛为读 / 搜 / 改 / 执行，8 个把 grep / find 直接暴露给模型。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10346436" y="4027932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8988552" y="4114800"/>
            <a:ext cx="2715768" cy="822960"/>
          </a:xfrm>
          <a:prstGeom prst="roundRect">
            <a:avLst>
              <a:gd name="adj" fmla="val 888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043416" y="413308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推导：落到 CPU 的原语 = git（每个对象 zlib 压缩解压 + SHA-1 + 大量 lstat）+ 文本搜索（memchr / 正则）+ 文件读改（UTF-8、子串替换）+ 创建进程（见 ⑤）。两个限定：超过 1 分钟的调用只占 4% 却占 85% 工具时间，那是编译和测试，库碰不到；Bash 里 git / 测试各占多少没有公开数据，要用自家日志补。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10346436" y="4933188"/>
            <a:ext cx="0" cy="82296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8988552" y="5020056"/>
            <a:ext cx="2715768" cy="786384"/>
          </a:xfrm>
          <a:prstGeom prst="roundRect">
            <a:avLst>
              <a:gd name="adj" fmla="val 9302"/>
            </a:avLst>
          </a:prstGeom>
          <a:solidFill>
            <a:srgbClr val="D9EFE4"/>
          </a:solidFill>
          <a:ln w="12700">
            <a:solidFill>
              <a:srgbClr val="D9EFE4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9043416" y="503834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发力点：K2 git 对象与镜像层的 zlib / zstd 走 KAE（先测 KB 级小对象的同步延迟）；S3 Rust 的 memchr / aho-corasick（Teddy）加 SVE2 路径（Claude Code 的 Grep 就是内置 ripgrep），glibc 字符串函数用上 SVE 版（GNU grep 受益）；grep 类都不用 Hyperscan/Vectorscan。哈希：git 的 SHA-1 小对象走 Arm SHA 指令比走 KAE 划算，不单列。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11201400" y="5586984"/>
            <a:ext cx="457200" cy="173736"/>
          </a:xfrm>
          <a:prstGeom prst="roundRect">
            <a:avLst>
              <a:gd name="adj" fmla="val 3157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1201400" y="558698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650" dirty="0"/>
          </a:p>
        </p:txBody>
      </p:sp>
      <p:sp>
        <p:nvSpPr>
          <p:cNvPr id="130" name="Text 128"/>
          <p:cNvSpPr txBox="1"/>
          <p:nvPr/>
        </p:nvSpPr>
        <p:spPr>
          <a:xfrm>
            <a:off x="9043416" y="5586984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证据：中（缺命令级分布）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457200" y="5897880"/>
            <a:ext cx="5559552" cy="512064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7200" y="5897880"/>
            <a:ext cx="45720" cy="512064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566928" y="591616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工具调用每次起一个进程 → 命令周边开销比命令本身还长 → 进程启动的用户态路径（S2，P1；RL 客户 P0）</a:t>
            </a:r>
            <a:pPr algn="l" indent="0" marL="0">
              <a:buNone/>
            </a:pPr>
            <a:r>
              <a:rPr lang="en-US" sz="6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Codex 实测运行一条命令：周边开销（审批等待、shell 启动、结果回传）平均 1.26 s &gt; 命令本体 0.66 s；每请求 5–7 次进程创建（bash 约 40 ms、Python 10 ms 起 + import）；RL 里每轨迹一个环境、初始化占 rollout 40–60%。加速库做用户态部分：posix_spawn / vfork 路径在 Python、Node、Go 运行时默认化，动态链接加速（预链接、大页代码段），locale 与分配器初始化，解释器启动。fork 页表复制、命名空间 / cgroup、页清零、微虚拟机创建 = 依赖内核 / 虚拟化团队，不列入本规划。</a:t>
            </a:r>
            <a:endParaRPr lang="en-US" sz="630" dirty="0"/>
          </a:p>
        </p:txBody>
      </p:sp>
      <p:sp>
        <p:nvSpPr>
          <p:cNvPr id="134" name="Shape 132"/>
          <p:cNvSpPr/>
          <p:nvPr/>
        </p:nvSpPr>
        <p:spPr>
          <a:xfrm>
            <a:off x="6144768" y="5897880"/>
            <a:ext cx="5559552" cy="512064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44768" y="5897880"/>
            <a:ext cx="45720" cy="512064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254496" y="591616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推理 host 的 Python 栈地址空间碎片化 → 页表遍历占末级缓存停顿 85% → 大页后端的内存分配器（S6，P1；推理 host 通用、Agent 放大）</a:t>
            </a:r>
            <a:pPr algn="l" indent="0" marL="0">
              <a:buNone/>
            </a:pPr>
            <a:r>
              <a:rPr lang="en-US" sz="6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Blink 测到主流推理栈在 host 侧干扰下 kernel 间隙从 1 µs 涨到 40 µs、页表遍历占末级缓存停顿的 85%，根因是 Python 堆的碎片化虚拟地址空间；Arm 上换 mimalloc 快 2.3×；vLLM V1 把 tokenize / detokenize 挪出核心循环后 +1.7×。加速库做：Arm 调优的 mimalloc / jemalloc + 大页后端（madvise，不改内核）+ 框架缓冲区（KV 块表、元数据）大页分配接口。THP 策略、mTHP = 依赖内核团队。证据中：Blink 测的是问题，"分配器 + 大页能消掉多少"要先在 MindIE / vLLM on 鲲鹏上测 TLB 缺失占比。</a:t>
            </a:r>
            <a:endParaRPr lang="en-US" sz="630" dirty="0"/>
          </a:p>
        </p:txBody>
      </p:sp>
      <p:sp>
        <p:nvSpPr>
          <p:cNvPr id="137" name="Text 135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数据来源与口径：TraceLab（华盛顿大学 2026，43 名开发者 8 个月约 4,300 个会话的 Claude Code + Codex 本地使用日志；工具占比 = 调用次数 / 全部工具调用；59.8% = 工具执行占一次请求响应时间，测于开发者本地机器）；AgentSysBench（港科大 2026，10 应用受控实验 + 35,037 会话生产日志；沙箱数字来自 Docker 部署、费用按 E2B 价格）；TokTier（2026，15.4 万次 Agent 调用采样；核时 = 单核忙碌时间，平均上下文 117K token）；OpenRouter 2026-08/09（第三方路由平台，偏开源模型）；Lemire 2026-09（simdjson on Graviton 4/5）；Blink 2026；Intel IAA zswap 白皮书；TRACE 2026；SWE-MiniSandbox 2026；SemiAnalysis / beri.net（内存占 BOM）。〔推算〕JSON 8.4 MB = 480 KB × 2 × 8.8 次。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负载特征 → 鲲鹏基础加速库发力点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2026-09-21T12:16:14Z</dcterms:created>
  <dcterms:modified xsi:type="dcterms:W3CDTF">2026-09-21T12:16:14Z</dcterms:modified>
</cp:coreProperties>
</file>